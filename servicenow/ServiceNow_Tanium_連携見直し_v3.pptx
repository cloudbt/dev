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ServiceNow-Tanium連携：現状と課題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40080"/>
            <a:ext cx="42062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0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ServiceNow側：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15分間隔で取得設定 → 約800台で1時間かかる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Tanium側（確認済）：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DBは1時間間隔で更新（推奨設定）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※1時間未満は技術的に可能だが推奨外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640080"/>
            <a:ext cx="4206240" cy="2011680"/>
          </a:xfrm>
          <a:prstGeom prst="rect">
            <a:avLst/>
          </a:prstGeom>
          <a:solidFill>
            <a:srgbClr val="FEF3E2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640080"/>
            <a:ext cx="420624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640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0058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・SN側15分取得 → Tanium側1時間更新のため実効性なし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・同一データを複数回取得している状態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1時間より早い収集は現実的ではない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データフロー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280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0632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520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</a:rPr>
              <a:t>リアルタイム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103120" y="3063240"/>
            <a:ext cx="1280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3063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Core/TDS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0632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7560" y="3520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</a:rPr>
              <a:t>1時間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749040" y="3063240"/>
            <a:ext cx="128016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063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Asset 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30632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520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9"/>
                </a:solidFill>
              </a:rPr>
              <a:t>API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394960" y="3063240"/>
            <a:ext cx="128016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3063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66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Tanium環境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0" y="2788920"/>
            <a:ext cx="1920240" cy="1051560"/>
          </a:xfrm>
          <a:prstGeom prst="rect">
            <a:avLst/>
          </a:prstGeom>
          <a:solidFill>
            <a:srgbClr val="FEF3E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788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タイミング懸念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双方1時間でも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ズレで最大約2時間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の遅延可能性あり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選択肢と確認事項（NHK様へ）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ご判断事項：①1時間間隔で許容可能か　②許容の場合、タイミング同期調整を行うか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246888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2560320"/>
                <a:gridCol w="384048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メリット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デメリット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（推奨）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SN側を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1時間間隔に変更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・処理負荷軽減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・Tanium仕様と整合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・追加検証不要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・鮮度は最大1時間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・タイミング調整要検討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Tanium側を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15分間隔に変更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・データ鮮度向上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・推奨外設定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・検証工数発生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・性能影響懸念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Taniumから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プッシュ方式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・リアルタイム性向上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　の可能性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・SN側でテーブルAPI等の実装必要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・Tanium対応可否要確認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・結局1時間の可能性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現行維持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（15分間隔）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・設定変更不要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・実効性なし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・処理負荷継続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solidFill>
            <a:srgbClr val="EBF5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A案採用時の追加検討事項：タイミング同期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977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・Tanium DB更新タイミングとServiceNow取得タイミングを合わせることで遅延を最小化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・例：Taniumが毎時00分更新 → ServiceNowは毎時05分に取得開始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・確認必要：Tanium側のDB更新スケジュール（毎時何分か、変更可能か）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ServiceNow-Tanium連携 データ取得間隔の見直し</dc:title>
  <dc:subject>PptxGenJS Presentation</dc:subject>
  <dc:creator>IT Infrastructure Team</dc:creator>
  <cp:lastModifiedBy>IT Infrastructure Team</cp:lastModifiedBy>
  <cp:revision>1</cp:revision>
  <dcterms:created xsi:type="dcterms:W3CDTF">2026-02-06T05:14:09Z</dcterms:created>
  <dcterms:modified xsi:type="dcterms:W3CDTF">2026-02-06T05:14:09Z</dcterms:modified>
</cp:coreProperties>
</file>