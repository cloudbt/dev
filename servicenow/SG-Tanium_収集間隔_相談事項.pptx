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66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SG-Taniumの収集間隔についてご相談事項(1/2)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【ご相談事項】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ServiceNow(SN)側のTanium Assetデータ取得について、現行の15分間隔での取得（CMDB格納）を継続すべきか、NHK様にご確認・ご相談させていただきたい。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※現行要件：新規端末を15分以内に検知・登録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8288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【背景】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21488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SN側で15分間隔取得を行っているが、HW情報のみの処理でも約1時間を要している状況。短縮策としてLast Seen（最終検知日時）で直近30分以内に絞る案を検討したが、上流のTanium Asset DBが1時間ごとにしか更新されないことが判明した。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【データフォロー】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11887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1546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Client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91640" y="31546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7AE60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35661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7A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リアルタイム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011680" y="3154680"/>
            <a:ext cx="11887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2011680" y="31546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Core/TDS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46120" y="31546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7E22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08960" y="35661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E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1時間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566160" y="3154680"/>
            <a:ext cx="118872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3566160" y="31546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Asset DB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0600" y="31546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90D9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09160" y="35661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90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120640" y="3154680"/>
            <a:ext cx="1188720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31546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ServiceNow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61188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Tanium環境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3794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69080"/>
            <a:ext cx="4114800" cy="91440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1148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・ServiceNow側：15分間隔で取得設定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・Tanium側：Asset DBは1時間間隔で更新（推奨設定）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※1時間未満は技術的に可能だが推奨外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3794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問題点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4069080"/>
            <a:ext cx="4114800" cy="914400"/>
          </a:xfrm>
          <a:prstGeom prst="rect">
            <a:avLst/>
          </a:prstGeom>
          <a:solidFill>
            <a:srgbClr val="FEF3E2"/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41148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・SN側15分取得してもTanium側1時間更新のため実効性なし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・タイミングのズレで最大約2時間の遅延可能性あり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・1時間より早い収集は現実的ではない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Copyright NHK (Japan Broadcasting Corporation). All rights reserved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66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SG-Taniumの収集間隔についてご相談事項(2/2)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【ご判断事項】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①1時間間隔で許容可能か　②許容の場合、タイミング同期調整を行うか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【選択肢】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91640"/>
          <a:ext cx="841248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1371600"/>
                <a:gridCol w="2468880"/>
                <a:gridCol w="38862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内容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メリット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デメリット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09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（推奨）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SN側を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1時間間隔に変更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・処理負荷軽減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・Tanium仕様と整合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・追加検証不要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・鮮度は最大1時間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・タイミング調整要検討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Tanium側を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15分間隔に変更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・データ鮮度向上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・推奨外設定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・検証工数発生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・性能影響懸念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Taniumから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プッシュ方式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・リアルタイム性向上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　の可能性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・SN側でテーブルAPI等の実装必要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・Tanium対応可否要確認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・結局1時間の可能性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現行維持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（15分間隔）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・設定変更不要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・実効性なし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・処理負荷継続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5720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90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※A案採用時は、Tanium DB更新タイミングとServiceNow取得タイミングの同期調整を別途検討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Copyright NHK (Japan Broadcasting Corporation). All rights reserved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SG-Taniumの収集間隔についてご相談事項</dc:title>
  <dc:subject>PptxGenJS Presentation</dc:subject>
  <dc:creator>IT Infrastructure Team</dc:creator>
  <cp:lastModifiedBy>IT Infrastructure Team</cp:lastModifiedBy>
  <cp:revision>1</cp:revision>
  <dcterms:created xsi:type="dcterms:W3CDTF">2026-02-06T06:28:24Z</dcterms:created>
  <dcterms:modified xsi:type="dcterms:W3CDTF">2026-02-06T06:28:24Z</dcterms:modified>
</cp:coreProperties>
</file>