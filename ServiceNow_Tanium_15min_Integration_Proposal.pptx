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ServiceNow-Tanium 15分連携  3案比較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目的: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Asset 1時間更新制約を回避し、Tanium 1,000台のCMDB 15分間隔同期を実現    </a:t>
            </a:r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前提: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ServiceNow = SaaS(Now Platform)、MID Server = 既存配置済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143000"/>
                <a:gridCol w="2606040"/>
                <a:gridCol w="3474720"/>
                <a:gridCol w="1188720"/>
                <a:gridCol w="105156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No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案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概要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追加必要なもの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(Tanium導入形態別)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追加費用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変更規模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リアルタイム性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①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Connect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Push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Tanium側で定期/イベントトリガにより、ServiceNow Scripted REST APIへPush配信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Tanium側: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Connectモジュール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(別売)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Snow側: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Scripted REST API受信エンドポイント自作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 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Cloud: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Snowへ直接配信(egress allow list設定要)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オンプレ: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FW経由でSnowへ送信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Connect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ライセンス費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(要確認)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中~大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10~15人日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即時Push可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②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SDK経由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ServiceNow側からTanium API Gateway(GraphQL)へ定期Pull取得。Tanium公式無料SDKが認証・リトライ・ページング等を抽象化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Tanium側: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API Gateway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 (無料で導入可)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Snow側: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Tanium SDK(無料Store App)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 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Cloud: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API Gateway標準搭載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オンプレ: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API Gatewayを無料インポート、MID Server経由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なし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7~10人日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15分Pull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③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REST API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直接コール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MID Server経由でTanium Platform REST APIを直接コール、認証・リトライ・ページング等全て自作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C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なし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(既存機能で完結)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 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Cloud: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Token認証のみ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A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オンプレ: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Basic/Token両対応、MID Server経由</a:t>
                      </a:r>
                      <a:endParaRPr lang="en-US" sz="9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なし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大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17~25人日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15分Pull</a:t>
                      </a:r>
                      <a:endParaRPr lang="en-US" sz="1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E8EEF7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989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採用判断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2727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Gateway 利用可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→ 案①(Connect Push)を採用(リアルタイム性最優先)    |    </a:t>
            </a:r>
            <a:pPr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Gateway 利用不可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→ 案③(REST API直接)を採用    |  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案②(SDK)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はAPI Gateway利用可だがConnect未保有時の代替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各案のアーキテクチャと処理フロー対比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3案の違いはデータ「入口」の作り方のみ。CMDB側(Staging → Transform → IRE → CMDB)の設計工数は3案共通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Connect Push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Agent (1,000台)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リアルタイム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TDS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Saved Question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Connect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HTTPS POST(JSON)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ServiceNow (SaaS)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Scripted REST API(受信)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受信エンドポイント自作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Cloud: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egress allow list設定要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オンプレ: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FW経由でSnow到達設計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51960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344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SDK 経由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64592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ServiceNow (SaaS)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Scheduled Job (15分毎)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SDKメソッド呼出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7C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SDK (Storeアプリ)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HTTPS(Token認証)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MID Server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API Gateway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(GraphQL) → TDS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310896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Cloud: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Gateway標準搭載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オンプレ: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Gatewayを無料インポート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0" y="114300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143000"/>
            <a:ext cx="3657600" cy="45720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2344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REST API 直接コール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164592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ServiceNow (SaaS)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Scheduled Job (15分毎)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自作Script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REST Message v2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(Token Rotation等も自作)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HTTPS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MID Server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B7DA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Tanium Platform REST API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(API Gateway不要)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108960"/>
            <a:ext cx="347472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Cloud: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Token認証のみ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オンプレ: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Basic/Token両対応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入口は3様、出口は共通(Staging → Transform/IRE → CMDB)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38912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4480560"/>
            <a:ext cx="274320" cy="2743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Connect → HTTPS → Snow Scripted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98348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5074920"/>
            <a:ext cx="274320" cy="2743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Snow Job → SDK → MID Server → Tanium Gateway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55778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" y="5669280"/>
            <a:ext cx="274320" cy="2743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5577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Snow Job → REST Msg → MID Server → Tanium REST API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0" y="4617720"/>
            <a:ext cx="2057400" cy="640080"/>
          </a:xfrm>
          <a:prstGeom prst="line">
            <a:avLst/>
          </a:prstGeom>
          <a:noFill/>
          <a:ln w="25400">
            <a:solidFill>
              <a:srgbClr val="5B7DA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840480" y="5212080"/>
            <a:ext cx="2057400" cy="45720"/>
          </a:xfrm>
          <a:prstGeom prst="line">
            <a:avLst/>
          </a:prstGeom>
          <a:noFill/>
          <a:ln w="25400">
            <a:solidFill>
              <a:srgbClr val="5B7DA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840480" y="5806440"/>
            <a:ext cx="2057400" cy="-548640"/>
          </a:xfrm>
          <a:prstGeom prst="line">
            <a:avLst/>
          </a:prstGeom>
          <a:noFill/>
          <a:ln w="25400">
            <a:solidFill>
              <a:srgbClr val="5B7DA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943600" y="4983480"/>
            <a:ext cx="1828800" cy="548640"/>
          </a:xfrm>
          <a:prstGeom prst="rect">
            <a:avLst/>
          </a:prstGeom>
          <a:solidFill>
            <a:srgbClr val="E8EEF7"/>
          </a:solidFill>
          <a:ln w="19050">
            <a:solidFill>
              <a:srgbClr val="1F3A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Staging Table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18120" y="5257800"/>
            <a:ext cx="365760" cy="0"/>
          </a:xfrm>
          <a:prstGeom prst="line">
            <a:avLst/>
          </a:prstGeom>
          <a:noFill/>
          <a:ln w="31750">
            <a:solidFill>
              <a:srgbClr val="5B7DA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229600" y="4983480"/>
            <a:ext cx="1828800" cy="548640"/>
          </a:xfrm>
          <a:prstGeom prst="rect">
            <a:avLst/>
          </a:prstGeom>
          <a:solidFill>
            <a:srgbClr val="E8EEF7"/>
          </a:solidFill>
          <a:ln w="19050">
            <a:solidFill>
              <a:srgbClr val="1F3A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Transform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A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 IRE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04120" y="5257800"/>
            <a:ext cx="365760" cy="0"/>
          </a:xfrm>
          <a:prstGeom prst="line">
            <a:avLst/>
          </a:prstGeom>
          <a:noFill/>
          <a:ln w="31750">
            <a:solidFill>
              <a:srgbClr val="5B7DA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515600" y="4983480"/>
            <a:ext cx="1828800" cy="548640"/>
          </a:xfrm>
          <a:prstGeom prst="rect">
            <a:avLst/>
          </a:prstGeom>
          <a:solidFill>
            <a:srgbClr val="1F3A68"/>
          </a:solidFill>
          <a:ln w="19050">
            <a:solidFill>
              <a:srgbClr val="1F3A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560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CMDB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(cmdb_ci_*)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Key Message: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「入口の自作工数」が3案で大きく異なる ―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案②(SDK)が最少工数、案③(REST直接)はAPI Gateway未導入時の現実解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ServiceNow-Tanium 15分連携 検討資料</dc:title>
  <dc:subject>PptxGenJS Presentation</dc:subject>
  <dc:creator>CBT</dc:creator>
  <cp:lastModifiedBy>CBT</cp:lastModifiedBy>
  <cp:revision>1</cp:revision>
  <dcterms:created xsi:type="dcterms:W3CDTF">2026-05-11T06:15:40Z</dcterms:created>
  <dcterms:modified xsi:type="dcterms:W3CDTF">2026-05-11T06:15:40Z</dcterms:modified>
</cp:coreProperties>
</file>